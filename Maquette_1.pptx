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139"/>
    <a:srgbClr val="07014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4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1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4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9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6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4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4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3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9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99CE-FA3B-4BA7-BEA7-CF018C19E0B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3ECE8-4682-4129-89EE-4AEBB5CB4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3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00663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450264"/>
            <a:ext cx="12192000" cy="1861794"/>
          </a:xfrm>
          <a:prstGeom prst="rect">
            <a:avLst/>
          </a:prstGeom>
          <a:solidFill>
            <a:srgbClr val="050139">
              <a:alpha val="98824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430598" y="620204"/>
            <a:ext cx="8154186" cy="671267"/>
          </a:xfrm>
          <a:prstGeom prst="roundRect">
            <a:avLst>
              <a:gd name="adj" fmla="val 50000"/>
            </a:avLst>
          </a:prstGeom>
          <a:solidFill>
            <a:srgbClr val="0501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907436" y="754732"/>
            <a:ext cx="105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err="1" smtClean="0">
                <a:solidFill>
                  <a:schemeClr val="bg1"/>
                </a:solidFill>
              </a:rPr>
              <a:t>Acceuil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3237" y="733466"/>
            <a:ext cx="105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>
                <a:solidFill>
                  <a:schemeClr val="bg1"/>
                </a:solidFill>
              </a:rPr>
              <a:t>A propos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3582" y="733466"/>
            <a:ext cx="105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>
                <a:solidFill>
                  <a:schemeClr val="bg1"/>
                </a:solidFill>
              </a:rPr>
              <a:t>Contact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9038" y="733466"/>
            <a:ext cx="125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>
                <a:solidFill>
                  <a:schemeClr val="bg1"/>
                </a:solidFill>
              </a:rPr>
              <a:t>Formations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29383" y="781766"/>
            <a:ext cx="2755780" cy="30217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ngine Web Search Icons Simple Website Computer Transparent HQ PNG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563" y="850518"/>
            <a:ext cx="210637" cy="2106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4141" y="776470"/>
            <a:ext cx="1178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>
                <a:solidFill>
                  <a:srgbClr val="050139"/>
                </a:solidFill>
              </a:rPr>
              <a:t>Recherche</a:t>
            </a:r>
            <a:endParaRPr lang="en-US" sz="1600" b="1" u="sng" dirty="0">
              <a:solidFill>
                <a:srgbClr val="050139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1307" b="100000" l="11438" r="91340">
                        <a14:foregroundMark x1="38889" y1="10948" x2="38889" y2="10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595" y="1404733"/>
            <a:ext cx="2788712" cy="278871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22" b="100000" l="9804" r="89706">
                        <a14:backgroundMark x1="56536" y1="18382" x2="58170" y2="22059"/>
                        <a14:backgroundMark x1="57026" y1="31863" x2="56046" y2="32353"/>
                        <a14:backgroundMark x1="57680" y1="27696" x2="58987" y2="25735"/>
                        <a14:backgroundMark x1="57516" y1="29902" x2="56863" y2="29167"/>
                        <a14:backgroundMark x1="39706" y1="21814" x2="41013" y2="17157"/>
                        <a14:backgroundMark x1="39542" y1="29412" x2="40033" y2="29902"/>
                        <a14:backgroundMark x1="45915" y1="9804" x2="48039" y2="9314"/>
                        <a14:backgroundMark x1="50490" y1="9314" x2="52124" y2="11520"/>
                        <a14:backgroundMark x1="41667" y1="15441" x2="45752" y2="9804"/>
                        <a14:backgroundMark x1="52124" y1="11765" x2="53268" y2="12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032" y="1447738"/>
            <a:ext cx="4092606" cy="27457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922" b="100000" l="9804" r="89706">
                        <a14:backgroundMark x1="63235" y1="98529" x2="66340" y2="987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469" y="1590853"/>
            <a:ext cx="4452729" cy="260259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0" y="620204"/>
            <a:ext cx="1617869" cy="689100"/>
          </a:xfrm>
          <a:prstGeom prst="rect">
            <a:avLst/>
          </a:prstGeom>
        </p:spPr>
      </p:pic>
      <p:sp>
        <p:nvSpPr>
          <p:cNvPr id="37" name="Flowchart: Punched Tape 36"/>
          <p:cNvSpPr/>
          <p:nvPr/>
        </p:nvSpPr>
        <p:spPr>
          <a:xfrm>
            <a:off x="-1926669" y="1404733"/>
            <a:ext cx="4467175" cy="3869016"/>
          </a:xfrm>
          <a:prstGeom prst="flowChartPunchedTape">
            <a:avLst/>
          </a:prstGeom>
          <a:solidFill>
            <a:srgbClr val="0501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93451" y="2041917"/>
            <a:ext cx="5494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LE NU</a:t>
            </a:r>
            <a:r>
              <a:rPr lang="en-US" sz="5400" b="1" dirty="0" smtClean="0">
                <a:latin typeface="Baskerville Old Face" panose="02020602080505020303" pitchFamily="18" charset="0"/>
              </a:rPr>
              <a:t>MERIQUE </a:t>
            </a:r>
            <a:r>
              <a:rPr lang="en-US" sz="5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skerville Old Face" panose="02020602080505020303" pitchFamily="18" charset="0"/>
              </a:rPr>
              <a:t>POUR</a:t>
            </a:r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 TOUS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585152" y="3706488"/>
            <a:ext cx="1882023" cy="486957"/>
            <a:chOff x="584414" y="3861805"/>
            <a:chExt cx="2194843" cy="671267"/>
          </a:xfrm>
        </p:grpSpPr>
        <p:sp>
          <p:nvSpPr>
            <p:cNvPr id="40" name="Rounded Rectangle 39"/>
            <p:cNvSpPr/>
            <p:nvPr/>
          </p:nvSpPr>
          <p:spPr>
            <a:xfrm>
              <a:off x="584414" y="3861805"/>
              <a:ext cx="2194843" cy="671267"/>
            </a:xfrm>
            <a:prstGeom prst="roundRect">
              <a:avLst>
                <a:gd name="adj" fmla="val 50000"/>
              </a:avLst>
            </a:prstGeom>
            <a:solidFill>
              <a:srgbClr val="0501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 descr="User's profile icon | Free SVG"/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3000" b="95667" l="10000" r="90000">
                          <a14:backgroundMark x1="21167" y1="40333" x2="20500" y2="64167"/>
                          <a14:backgroundMark x1="81500" y1="39500" x2="80167" y2="63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405" y="3965625"/>
              <a:ext cx="455640" cy="455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1210361" y="3993390"/>
              <a:ext cx="1387309" cy="439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</a:rPr>
                <a:t>S ’inscrire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24363" y="6044272"/>
            <a:ext cx="3040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</a:rPr>
              <a:t>Membre du Collège de Paris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63" y="5489551"/>
            <a:ext cx="1121137" cy="4775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4363" y="6345004"/>
            <a:ext cx="3516009" cy="348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bg1"/>
                </a:solidFill>
              </a:rPr>
              <a:t>Immeuble </a:t>
            </a:r>
            <a:r>
              <a:rPr lang="fr-FR" sz="1600" dirty="0" err="1" smtClean="0">
                <a:solidFill>
                  <a:schemeClr val="bg1"/>
                </a:solidFill>
              </a:rPr>
              <a:t>Adji</a:t>
            </a:r>
            <a:r>
              <a:rPr lang="fr-FR" sz="1600" dirty="0" smtClean="0">
                <a:solidFill>
                  <a:schemeClr val="bg1"/>
                </a:solidFill>
              </a:rPr>
              <a:t> </a:t>
            </a:r>
            <a:r>
              <a:rPr lang="fr-FR" sz="1600" dirty="0" err="1" smtClean="0">
                <a:solidFill>
                  <a:schemeClr val="bg1"/>
                </a:solidFill>
              </a:rPr>
              <a:t>Fatou</a:t>
            </a:r>
            <a:r>
              <a:rPr lang="fr-FR" sz="1600" dirty="0" smtClean="0">
                <a:solidFill>
                  <a:schemeClr val="bg1"/>
                </a:solidFill>
              </a:rPr>
              <a:t> SOKHNA, Lib</a:t>
            </a:r>
            <a:r>
              <a:rPr lang="fr-SN" sz="1600" dirty="0" err="1" smtClean="0">
                <a:solidFill>
                  <a:schemeClr val="bg1"/>
                </a:solidFill>
              </a:rPr>
              <a:t>erté</a:t>
            </a:r>
            <a:r>
              <a:rPr lang="fr-FR" sz="1600" dirty="0" smtClean="0">
                <a:solidFill>
                  <a:schemeClr val="bg1"/>
                </a:solidFill>
              </a:rPr>
              <a:t> 6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40810" y="5920218"/>
            <a:ext cx="1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bg1"/>
                </a:solidFill>
              </a:rPr>
              <a:t>+221 33 867 34 74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7" name="Picture 46" descr="Telephone PNG Picture | PNG All"/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488" y="5987435"/>
            <a:ext cx="159955" cy="21548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3058" y="6945200"/>
            <a:ext cx="187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Copyright ©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5410" y="5543648"/>
            <a:ext cx="105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Contact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0" name="Picture 49" descr="| IEA - iGEM 202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674" y="6315591"/>
            <a:ext cx="307138" cy="307138"/>
          </a:xfrm>
          <a:prstGeom prst="rect">
            <a:avLst/>
          </a:prstGeom>
        </p:spPr>
      </p:pic>
      <p:pic>
        <p:nvPicPr>
          <p:cNvPr id="51" name="Picture 50" descr="Icons Wallpaper Desktop Photos Computer Facebook Icon Transparent HQ ...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311" y="6265015"/>
            <a:ext cx="401406" cy="401406"/>
          </a:xfrm>
          <a:prstGeom prst="rect">
            <a:avLst/>
          </a:prstGeom>
        </p:spPr>
      </p:pic>
      <p:pic>
        <p:nvPicPr>
          <p:cNvPr id="52" name="Picture 51" descr="Logo Live Computer Youtube Icons PNG Download Free Transparent HQ PNG ...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849" y="6256081"/>
            <a:ext cx="368626" cy="431639"/>
          </a:xfrm>
          <a:prstGeom prst="rect">
            <a:avLst/>
          </a:prstGeom>
        </p:spPr>
      </p:pic>
      <p:pic>
        <p:nvPicPr>
          <p:cNvPr id="54" name="Picture 53" descr="Twitter Tweet Pájaro De · Gráficos vectoriales gratis en Pixabay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154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354" y="6299941"/>
            <a:ext cx="398948" cy="32414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282600" y="5597153"/>
            <a:ext cx="141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Liens rapides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12985" y="5924907"/>
            <a:ext cx="1055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err="1" smtClean="0">
                <a:solidFill>
                  <a:schemeClr val="bg1"/>
                </a:solidFill>
              </a:rPr>
              <a:t>Acceuil</a:t>
            </a:r>
            <a:endParaRPr lang="en-US" sz="1600" b="1" u="sng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32968" y="6202830"/>
            <a:ext cx="1055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>
                <a:solidFill>
                  <a:schemeClr val="bg1"/>
                </a:solidFill>
              </a:rPr>
              <a:t>A propos</a:t>
            </a:r>
            <a:endParaRPr lang="en-US" sz="1600" b="1" u="sng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32276" y="6519037"/>
            <a:ext cx="1254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>
                <a:solidFill>
                  <a:schemeClr val="bg1"/>
                </a:solidFill>
              </a:rPr>
              <a:t>Formations</a:t>
            </a:r>
            <a:endParaRPr lang="en-US" sz="1600" b="1" u="sng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36136" y="6846791"/>
            <a:ext cx="1055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>
                <a:solidFill>
                  <a:schemeClr val="bg1"/>
                </a:solidFill>
              </a:rPr>
              <a:t>Contact</a:t>
            </a:r>
            <a:endParaRPr lang="en-US" sz="1600" b="1" u="sng" dirty="0">
              <a:solidFill>
                <a:schemeClr val="bg1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2629046" y="4334898"/>
            <a:ext cx="1838130" cy="452556"/>
            <a:chOff x="584414" y="3861805"/>
            <a:chExt cx="2194843" cy="671267"/>
          </a:xfrm>
        </p:grpSpPr>
        <p:sp>
          <p:nvSpPr>
            <p:cNvPr id="63" name="Rounded Rectangle 62"/>
            <p:cNvSpPr/>
            <p:nvPr/>
          </p:nvSpPr>
          <p:spPr>
            <a:xfrm>
              <a:off x="584414" y="3861805"/>
              <a:ext cx="2194843" cy="671267"/>
            </a:xfrm>
            <a:prstGeom prst="roundRect">
              <a:avLst>
                <a:gd name="adj" fmla="val 50000"/>
              </a:avLst>
            </a:prstGeom>
            <a:solidFill>
              <a:srgbClr val="0501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86546" y="3910139"/>
              <a:ext cx="1758954" cy="50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</a:rPr>
                <a:t>Se connecter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053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45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D4rkCrypte</dc:creator>
  <cp:lastModifiedBy>D4rkCrypte</cp:lastModifiedBy>
  <cp:revision>16</cp:revision>
  <dcterms:created xsi:type="dcterms:W3CDTF">2025-11-26T17:19:24Z</dcterms:created>
  <dcterms:modified xsi:type="dcterms:W3CDTF">2025-11-26T21:18:04Z</dcterms:modified>
</cp:coreProperties>
</file>