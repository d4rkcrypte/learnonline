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1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8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4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1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7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2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2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5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0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8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1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063A4-C7EA-4B37-B6A8-A1709B0C31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5E64E-281D-4C3C-B313-7DFDB5B3C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-6285" y="-78232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-6285" y="5026175"/>
            <a:ext cx="12192000" cy="1861794"/>
          </a:xfrm>
          <a:prstGeom prst="rect">
            <a:avLst/>
          </a:prstGeom>
          <a:solidFill>
            <a:srgbClr val="050139">
              <a:alpha val="98824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/>
          <p:cNvGrpSpPr/>
          <p:nvPr/>
        </p:nvGrpSpPr>
        <p:grpSpPr>
          <a:xfrm>
            <a:off x="661266" y="5110375"/>
            <a:ext cx="11126983" cy="1695794"/>
            <a:chOff x="2531160" y="4794281"/>
            <a:chExt cx="11126983" cy="1695794"/>
          </a:xfrm>
        </p:grpSpPr>
        <p:sp>
          <p:nvSpPr>
            <p:cNvPr id="74" name="TextBox 73"/>
            <p:cNvSpPr txBox="1"/>
            <p:nvPr/>
          </p:nvSpPr>
          <p:spPr>
            <a:xfrm>
              <a:off x="2539869" y="5349002"/>
              <a:ext cx="30409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Membre du Collège de Paris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869" y="4794281"/>
              <a:ext cx="1121137" cy="477527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2539869" y="5649734"/>
              <a:ext cx="3516009" cy="348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chemeClr val="bg1"/>
                  </a:solidFill>
                </a:rPr>
                <a:t>Immeuble </a:t>
              </a:r>
              <a:r>
                <a:rPr lang="fr-FR" sz="1600" dirty="0" err="1" smtClean="0">
                  <a:solidFill>
                    <a:schemeClr val="bg1"/>
                  </a:solidFill>
                </a:rPr>
                <a:t>Adji</a:t>
              </a:r>
              <a:r>
                <a:rPr lang="fr-FR" sz="1600" dirty="0" smtClean="0">
                  <a:solidFill>
                    <a:schemeClr val="bg1"/>
                  </a:solidFill>
                </a:rPr>
                <a:t> </a:t>
              </a:r>
              <a:r>
                <a:rPr lang="fr-FR" sz="1600" dirty="0" err="1" smtClean="0">
                  <a:solidFill>
                    <a:schemeClr val="bg1"/>
                  </a:solidFill>
                </a:rPr>
                <a:t>Fatou</a:t>
              </a:r>
              <a:r>
                <a:rPr lang="fr-FR" sz="1600" dirty="0" smtClean="0">
                  <a:solidFill>
                    <a:schemeClr val="bg1"/>
                  </a:solidFill>
                </a:rPr>
                <a:t> SOKHNA, Lib</a:t>
              </a:r>
              <a:r>
                <a:rPr lang="fr-SN" sz="1600" dirty="0" err="1" smtClean="0">
                  <a:solidFill>
                    <a:schemeClr val="bg1"/>
                  </a:solidFill>
                </a:rPr>
                <a:t>erté</a:t>
              </a:r>
              <a:r>
                <a:rPr lang="fr-FR" sz="1600" dirty="0" smtClean="0">
                  <a:solidFill>
                    <a:schemeClr val="bg1"/>
                  </a:solidFill>
                </a:rPr>
                <a:t> 6 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756316" y="5224948"/>
              <a:ext cx="19018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chemeClr val="bg1"/>
                  </a:solidFill>
                </a:rPr>
                <a:t>+221 33 867 34 74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pic>
          <p:nvPicPr>
            <p:cNvPr id="78" name="Picture 77" descr="Telephone PNG Picture | PNG All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06994" y="5292165"/>
              <a:ext cx="159955" cy="215481"/>
            </a:xfrm>
            <a:prstGeom prst="rect">
              <a:avLst/>
            </a:prstGeom>
          </p:spPr>
        </p:pic>
        <p:sp>
          <p:nvSpPr>
            <p:cNvPr id="79" name="TextBox 78"/>
            <p:cNvSpPr txBox="1"/>
            <p:nvPr/>
          </p:nvSpPr>
          <p:spPr>
            <a:xfrm>
              <a:off x="2531160" y="5948246"/>
              <a:ext cx="187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Copyright © 2025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1490916" y="4848378"/>
              <a:ext cx="1055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</a:rPr>
                <a:t>Contact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pic>
          <p:nvPicPr>
            <p:cNvPr id="81" name="Picture 80" descr="| IEA - iGEM 20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29180" y="5620321"/>
              <a:ext cx="307138" cy="307138"/>
            </a:xfrm>
            <a:prstGeom prst="rect">
              <a:avLst/>
            </a:prstGeom>
          </p:spPr>
        </p:pic>
        <p:pic>
          <p:nvPicPr>
            <p:cNvPr id="82" name="Picture 81" descr="Icons Wallpaper Desktop Photos Computer Facebook Icon Transparent HQ ...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18817" y="5569745"/>
              <a:ext cx="401406" cy="401406"/>
            </a:xfrm>
            <a:prstGeom prst="rect">
              <a:avLst/>
            </a:prstGeom>
          </p:spPr>
        </p:pic>
        <p:pic>
          <p:nvPicPr>
            <p:cNvPr id="83" name="Picture 82" descr="Logo Live Computer Youtube Icons PNG Download Free Transparent HQ PNG ...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355" y="5560811"/>
              <a:ext cx="368626" cy="431639"/>
            </a:xfrm>
            <a:prstGeom prst="rect">
              <a:avLst/>
            </a:prstGeom>
          </p:spPr>
        </p:pic>
        <p:pic>
          <p:nvPicPr>
            <p:cNvPr id="84" name="Picture 83" descr="Twitter Tweet Pájaro De · Gráficos vectoriales gratis en Pixabay"/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154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8860" y="5604671"/>
              <a:ext cx="398948" cy="32414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8298106" y="4901883"/>
              <a:ext cx="1417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</a:rPr>
                <a:t>Liens rapides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328491" y="5229637"/>
              <a:ext cx="10558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u="sng" dirty="0" err="1" smtClean="0">
                  <a:solidFill>
                    <a:schemeClr val="bg1"/>
                  </a:solidFill>
                </a:rPr>
                <a:t>Acceuil</a:t>
              </a:r>
              <a:endParaRPr lang="en-US" sz="1600" b="1" u="sng" dirty="0">
                <a:solidFill>
                  <a:schemeClr val="bg1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348474" y="5507560"/>
              <a:ext cx="10558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u="sng" dirty="0" smtClean="0">
                  <a:solidFill>
                    <a:schemeClr val="bg1"/>
                  </a:solidFill>
                </a:rPr>
                <a:t>A propos</a:t>
              </a:r>
              <a:endParaRPr lang="en-US" sz="1600" b="1" u="sng" dirty="0">
                <a:solidFill>
                  <a:schemeClr val="bg1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347782" y="5823767"/>
              <a:ext cx="12545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u="sng" dirty="0" smtClean="0">
                  <a:solidFill>
                    <a:schemeClr val="bg1"/>
                  </a:solidFill>
                </a:rPr>
                <a:t>Formations</a:t>
              </a:r>
              <a:endParaRPr lang="en-US" sz="1600" b="1" u="sng" dirty="0">
                <a:solidFill>
                  <a:schemeClr val="bg1"/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351642" y="6151521"/>
              <a:ext cx="10558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u="sng" dirty="0" smtClean="0">
                  <a:solidFill>
                    <a:schemeClr val="bg1"/>
                  </a:solidFill>
                </a:rPr>
                <a:t>Contact</a:t>
              </a:r>
              <a:endParaRPr lang="en-US" sz="1600" b="1" u="sng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326921" y="2893436"/>
            <a:ext cx="3786461" cy="2139745"/>
            <a:chOff x="7346595" y="1404733"/>
            <a:chExt cx="5434043" cy="2788713"/>
          </a:xfrm>
        </p:grpSpPr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307" b="100000" l="11438" r="91340">
                          <a14:foregroundMark x1="38889" y1="10948" x2="38889" y2="109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95" y="1404733"/>
              <a:ext cx="2788712" cy="2788712"/>
            </a:xfrm>
            <a:prstGeom prst="rect">
              <a:avLst/>
            </a:prstGeom>
          </p:spPr>
        </p:pic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3922" b="100000" l="9804" r="89706">
                          <a14:backgroundMark x1="56536" y1="18382" x2="58170" y2="22059"/>
                          <a14:backgroundMark x1="57026" y1="31863" x2="56046" y2="32353"/>
                          <a14:backgroundMark x1="57680" y1="27696" x2="58987" y2="25735"/>
                          <a14:backgroundMark x1="57516" y1="29902" x2="56863" y2="29167"/>
                          <a14:backgroundMark x1="39706" y1="21814" x2="41013" y2="17157"/>
                          <a14:backgroundMark x1="39542" y1="29412" x2="40033" y2="29902"/>
                          <a14:backgroundMark x1="45915" y1="9804" x2="48039" y2="9314"/>
                          <a14:backgroundMark x1="50490" y1="9314" x2="52124" y2="11520"/>
                          <a14:backgroundMark x1="41667" y1="15441" x2="45752" y2="9804"/>
                          <a14:backgroundMark x1="52124" y1="11765" x2="53268" y2="1201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8032" y="1447738"/>
              <a:ext cx="4092606" cy="2745708"/>
            </a:xfrm>
            <a:prstGeom prst="rect">
              <a:avLst/>
            </a:prstGeom>
          </p:spPr>
        </p:pic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3922" b="100000" l="9804" r="89706">
                          <a14:backgroundMark x1="63235" y1="98529" x2="66340" y2="9877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4469" y="1590853"/>
              <a:ext cx="4452729" cy="2602592"/>
            </a:xfrm>
            <a:prstGeom prst="rect">
              <a:avLst/>
            </a:prstGeom>
          </p:spPr>
        </p:pic>
      </p:grpSp>
      <p:grpSp>
        <p:nvGrpSpPr>
          <p:cNvPr id="107" name="Group 106"/>
          <p:cNvGrpSpPr/>
          <p:nvPr/>
        </p:nvGrpSpPr>
        <p:grpSpPr>
          <a:xfrm>
            <a:off x="3502327" y="1630837"/>
            <a:ext cx="4576444" cy="3243775"/>
            <a:chOff x="3552061" y="796834"/>
            <a:chExt cx="4719105" cy="4067396"/>
          </a:xfrm>
        </p:grpSpPr>
        <p:sp>
          <p:nvSpPr>
            <p:cNvPr id="54" name="Rounded Rectangle 53"/>
            <p:cNvSpPr/>
            <p:nvPr/>
          </p:nvSpPr>
          <p:spPr>
            <a:xfrm>
              <a:off x="3552061" y="796834"/>
              <a:ext cx="4719105" cy="4067396"/>
            </a:xfrm>
            <a:prstGeom prst="roundRect">
              <a:avLst>
                <a:gd name="adj" fmla="val 8870"/>
              </a:avLst>
            </a:prstGeom>
            <a:solidFill>
              <a:srgbClr val="03014F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4159297" y="889943"/>
              <a:ext cx="3353747" cy="327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4159297" y="1480194"/>
              <a:ext cx="3353747" cy="327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4159297" y="2058137"/>
              <a:ext cx="3353747" cy="327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4169570" y="2651363"/>
              <a:ext cx="3353747" cy="327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325685" y="1428668"/>
              <a:ext cx="27701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rgbClr val="030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</a:t>
              </a:r>
              <a:r>
                <a:rPr lang="fr-SN" sz="1600" dirty="0" smtClean="0">
                  <a:solidFill>
                    <a:srgbClr val="030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</a:t>
              </a:r>
              <a:r>
                <a:rPr lang="fr-FR" sz="1600" dirty="0" smtClean="0">
                  <a:solidFill>
                    <a:srgbClr val="030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nom</a:t>
              </a:r>
              <a:endParaRPr lang="en-US" sz="1600" dirty="0">
                <a:solidFill>
                  <a:srgbClr val="0301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323927" y="838963"/>
              <a:ext cx="2770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349373" y="1979553"/>
              <a:ext cx="2770113" cy="352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rgbClr val="030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email</a:t>
              </a:r>
              <a:endParaRPr lang="en-US" sz="1600" dirty="0">
                <a:solidFill>
                  <a:srgbClr val="0301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4349373" y="2620136"/>
              <a:ext cx="27701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rgbClr val="030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 de passe</a:t>
              </a:r>
              <a:endParaRPr lang="en-US" sz="1600" dirty="0">
                <a:solidFill>
                  <a:srgbClr val="0301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4169570" y="3273992"/>
              <a:ext cx="3353747" cy="327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349373" y="3219124"/>
              <a:ext cx="27701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rgbClr val="030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Confirmation de mot de passe</a:t>
              </a:r>
              <a:endParaRPr lang="en-US" sz="1600" dirty="0">
                <a:solidFill>
                  <a:srgbClr val="0301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5364759" y="3933278"/>
              <a:ext cx="1111167" cy="289603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Rounded Rectangle 107"/>
          <p:cNvSpPr/>
          <p:nvPr/>
        </p:nvSpPr>
        <p:spPr>
          <a:xfrm>
            <a:off x="3397702" y="925858"/>
            <a:ext cx="4785694" cy="629086"/>
          </a:xfrm>
          <a:prstGeom prst="roundRect">
            <a:avLst>
              <a:gd name="adj" fmla="val 50000"/>
            </a:avLst>
          </a:prstGeom>
          <a:solidFill>
            <a:srgbClr val="0301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latin typeface="Bahnschrift SemiCondensed" panose="020B0502040204020203" pitchFamily="34" charset="0"/>
              </a:rPr>
              <a:t>Inscription</a:t>
            </a:r>
            <a:endParaRPr lang="en-US" sz="3600" b="1" dirty="0">
              <a:latin typeface="Bahnschrift SemiCondensed" panose="020B0502040204020203" pitchFamily="34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256335" y="4047023"/>
            <a:ext cx="11268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latin typeface="Bahnschrift SemiCondensed" panose="020B0502040204020203" pitchFamily="34" charset="0"/>
              </a:rPr>
              <a:t>Connecter</a:t>
            </a:r>
            <a:endParaRPr lang="en-US" b="1" dirty="0">
              <a:latin typeface="Bahnschrift SemiCondensed" panose="020B0502040204020203" pitchFamily="34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0" y="-65088"/>
            <a:ext cx="12192000" cy="924480"/>
          </a:xfrm>
          <a:prstGeom prst="rect">
            <a:avLst/>
          </a:prstGeom>
          <a:solidFill>
            <a:srgbClr val="050139">
              <a:alpha val="98824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6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Bahnschrift SemiCondensed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D4rkCrypte</dc:creator>
  <cp:lastModifiedBy>D4rkCrypte</cp:lastModifiedBy>
  <cp:revision>6</cp:revision>
  <dcterms:created xsi:type="dcterms:W3CDTF">2025-11-26T19:48:06Z</dcterms:created>
  <dcterms:modified xsi:type="dcterms:W3CDTF">2025-11-26T21:16:25Z</dcterms:modified>
</cp:coreProperties>
</file>